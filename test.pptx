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26D4-6BB5-B8BB-CFC6-29C847E28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B038A-AC80-4BE5-AA61-E35726054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B2E24-C7DA-CFFB-7A10-21DDBFA4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EED6F-45F1-CC6E-4037-CD8D35DB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6646-767D-896C-3544-E66205F5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36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5EC1-78D4-5E39-5A03-77552B79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65D72-2383-4C10-6B2D-BB66C60A2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85292-C5D5-3ABB-A657-AFFF890E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648FA-0F18-32E7-C652-C0A0DE73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AC5C-35F4-FE52-8917-6520E717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0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F81B-AB86-02DF-61DA-E7599583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93644-2802-579D-D718-9874DC89C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ED35-3974-B647-6213-287CA711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2FCE7-1BB6-AF70-1386-4C887876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BD4D-28B7-16A4-C8C1-E60BE6FD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6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5DE8-5DB2-623A-94C1-1159166E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145D5-37A6-044C-56E2-7034A5AC2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BBFC5-A948-080A-7322-A184EF296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7EBA7-99C8-D56D-3B15-23069928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385E8-2B15-0A46-539E-AECF7620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E829-FF38-E07C-C8A5-D463F4F8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5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1338A-F854-7440-F5A4-AACFD881E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94466-93FF-E6EB-F502-132703592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208DF-ABBB-3197-6F04-5E15B8F3D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5A9F3-147B-C856-2DCE-519BBBB68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D76BE-F0AD-67A1-201F-85B6FF962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D114F-C5EE-3012-ED47-857B2596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AED28-6C7D-F05F-24AF-BD87D221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525FA-4C7E-BAC8-E5E9-F993DFA5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7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D669-7096-8605-9990-B25D9194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838F7-B5A0-71F6-453B-80FCE5E2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9C6E2-4FDE-CFBE-526A-BDF91768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8EE2B-8380-A40C-1FF5-580FF245A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7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DF21E-0C46-1E25-9913-A18C2B40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1D12A-FC03-8C59-9F36-E84182D1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5980F-B20A-8914-A097-1AD53027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5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9F68-093E-F5B9-522D-A6A1515A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BD203-065D-9715-15B7-BA62274B0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40319-FA54-763C-11C3-C81CCFDE3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7EFF9-7B03-FD97-3723-6455C577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3950A-78EE-B837-66A7-AC69FDC7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6A697-83BE-5021-F134-6E0537F9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7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EC87C-D3E1-2135-9DB3-D3E05801C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DA7FE-4439-4640-BBE0-A436D8A78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8FCF3-6C4F-FA0D-B300-57905E611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2F408-BB3A-B09A-A3AB-A2CE72F8F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223B1-1102-909F-962A-B3D0A220C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27593-196A-3A72-CF97-F8162F20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5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0B9B-28F1-9B33-C351-6F9A838A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3A6F9-A3D3-CF1B-6822-E180AF69F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FB799-2754-E334-BA57-4803D026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5D4FE-ABA3-3F5C-A078-887BFFEB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4BC55-4EEA-2B98-B860-0155E9A0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1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8BE31-172A-A0FE-A674-E200F23ED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AE456-695C-CA8A-1EB0-5CB1CC943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B781-E4BC-F8C2-5F7D-E1513F24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4A810-1768-4DAE-2D7E-13AAAC6D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A2340-20A6-5C02-9917-5717E4F0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4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BA51C2-8B23-6029-F72C-9637DDDB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9D379-5F48-D597-2AF2-7CB12FF4A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2E8BB-4490-A558-3B20-3FDFD78B1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26885-E7D4-497B-8D3B-F8D178DB893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61C4B-0B7F-445E-8996-0105FA348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1106C-11C6-7285-995A-20DBCB5F1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E6A93-D8FF-482E-A74A-269644C44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9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9BC6-2403-7C73-C519-D3037C904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DED34-309D-CDF4-849C-FD6D5DF10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0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1353-0518-9926-ABC0-F8B84604B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A0A8E-E8AF-DBB0-77B2-F12001D9E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8B00-0DBF-FAA1-1466-149D0DBFE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D23EC-425D-59E3-B709-221EDB583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35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48DA-804F-B258-39D9-EE6B902C03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A2E8B-1374-4FE9-7EB5-CC6C4B6F3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0FE4-1084-E91F-2398-2CCBBB9231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D7136-07AF-A347-D4C0-7DE11A39D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57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Test</vt:lpstr>
      <vt:lpstr> Test</vt:lpstr>
      <vt:lpstr> Test</vt:lpstr>
      <vt:lpstr> Test</vt:lpstr>
      <vt:lpstr>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Faizal Aslam</dc:creator>
  <cp:lastModifiedBy>Faizal Aslam</cp:lastModifiedBy>
  <cp:revision>1</cp:revision>
  <dcterms:created xsi:type="dcterms:W3CDTF">2026-03-12T05:14:31Z</dcterms:created>
  <dcterms:modified xsi:type="dcterms:W3CDTF">2026-03-12T05:14:31Z</dcterms:modified>
</cp:coreProperties>
</file>